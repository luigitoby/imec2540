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327" r:id="rId5"/>
    <p:sldId id="458" r:id="rId6"/>
    <p:sldId id="497" r:id="rId7"/>
    <p:sldId id="498" r:id="rId8"/>
    <p:sldId id="499" r:id="rId9"/>
    <p:sldId id="486" r:id="rId10"/>
    <p:sldId id="495" r:id="rId11"/>
    <p:sldId id="490" r:id="rId12"/>
    <p:sldId id="491" r:id="rId13"/>
    <p:sldId id="492" r:id="rId14"/>
    <p:sldId id="494" r:id="rId15"/>
    <p:sldId id="496" r:id="rId16"/>
    <p:sldId id="49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5246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4" orient="horz" pos="572" userDrawn="1">
          <p15:clr>
            <a:srgbClr val="F26B43"/>
          </p15:clr>
        </p15:guide>
        <p15:guide id="5" orient="horz" pos="2795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7" orient="horz" pos="3226" userDrawn="1">
          <p15:clr>
            <a:srgbClr val="C35EA4"/>
          </p15:clr>
        </p15:guide>
        <p15:guide id="8" orient="horz" pos="3838" userDrawn="1">
          <p15:clr>
            <a:srgbClr val="C35E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ACDD"/>
    <a:srgbClr val="E5153B"/>
    <a:srgbClr val="282E41"/>
    <a:srgbClr val="2B273F"/>
    <a:srgbClr val="E5DED9"/>
    <a:srgbClr val="5B9BD5"/>
    <a:srgbClr val="FCB131"/>
    <a:srgbClr val="D9AC8B"/>
    <a:srgbClr val="A43333"/>
    <a:srgbClr val="F37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89054" autoAdjust="0"/>
  </p:normalViewPr>
  <p:slideViewPr>
    <p:cSldViewPr snapToGrid="0" showGuides="1">
      <p:cViewPr varScale="1">
        <p:scale>
          <a:sx n="96" d="100"/>
          <a:sy n="96" d="100"/>
        </p:scale>
        <p:origin x="666" y="72"/>
      </p:cViewPr>
      <p:guideLst>
        <p:guide pos="325"/>
        <p:guide pos="5246"/>
        <p:guide orient="horz" pos="391"/>
        <p:guide orient="horz" pos="572"/>
        <p:guide orient="horz" pos="2795"/>
        <p:guide orient="horz" pos="2160"/>
        <p:guide orient="horz" pos="3226"/>
        <p:guide orient="horz" pos="38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5" d="100"/>
          <a:sy n="55" d="100"/>
        </p:scale>
        <p:origin x="288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15CB58-4C80-48BF-A495-1677AB2ADD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AC819D-F872-4907-B958-0862B2BA8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7E1C5-597C-4760-823F-6FBC04B64F3B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659F96-2EC1-4104-AFB4-4C88DBEE1F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92936C-C73F-4087-B791-3A74503659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5A898-0C8F-415B-ABA5-863E388A65F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487675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B7333-0547-4684-AD17-85488E8E9F79}" type="datetimeFigureOut">
              <a:rPr lang="es-CO" smtClean="0"/>
              <a:t>18/09/2025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C008B-91FB-4419-95CE-8C508FC576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89441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5533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0E9E-A54A-6F27-EF69-87D36EB1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A0CA17-379D-5658-D884-2829BDC9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B72B79-1988-6FC2-3115-D00B52758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8E94B-1083-7C51-F46D-A610CCB2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3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6870-BFD0-11B5-8A5D-B6DE995A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8B6AE3-45A3-5541-9D51-022F1BFD1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C7BE66-7D2B-780C-5A1A-1EAD92FAF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91140E-783D-6B3A-9453-C74D035F2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8620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2457-07A0-8CF6-BAD1-1E67294E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B2FE1C-2129-CDA1-C516-B48449CD9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016F3C-FF73-5E21-32D5-47E35689E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6A3201-B075-0155-4C54-A00A624C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302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DDB8-A257-EE02-3687-9C8B809D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26B7FF-B2D0-98E3-C334-E00564D00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5B8413-3BD8-0553-B3FA-2EE92431D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6F07F-515E-5E91-3C79-A59D2A27E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386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F991F-363D-C667-7AE3-3A8A7F54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E2AAC9-208D-E8DB-99F1-323D2386D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2AD040-AFEC-FD3B-E5CF-9464D5C01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673087-4C3F-54C3-25B2-D5266BE8D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6433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ECE2-53E7-7C3C-5D4F-0B839192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9EC6E8-2857-716E-1EE9-62250E5AB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13B487-9C83-6F31-5C3B-6BDABB535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F460FE-A227-C39B-F045-76444D720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711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6FF4-945F-4BC2-5DA2-4E89222E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0A1000-9AC6-EE50-2E55-647A47173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338F9D-98D3-2098-2851-E13E05E99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425C71-4441-74B2-BE3C-7AFF61A20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3732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6706-973C-9FA3-3082-0A5388C9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BD69A6-E22A-DA04-C120-8A8D949F0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EA1062-2B85-21ED-B4AF-74FABB1E5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BA777E-5D35-7E42-97FF-754148B46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47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A852-6C0F-5A21-9CCF-27E8A1D6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C38A9B-4F6A-D5BF-44FB-0EFFD88E1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D6C8C8-F48D-4AE0-47E6-1420457B7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52288B-5C55-4973-76F4-E2D4EBD54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6387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0B31-448F-790D-F0AF-2058A950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E0279E-B5B0-680C-9B50-FB5268835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D88801-CE72-5CEC-37B0-50DFAFC19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459FD5-D790-A0CA-B2E2-6787540A8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154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A689-6F3E-72B2-5372-241DF459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5A9958-D93D-CD08-BCAF-C316D3469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981FFE-1FEA-511C-D055-AB8462F03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595F32-1D86-BA3B-EE78-DB30EEA7F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8968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9B8E-3E32-4014-94DF-7AE185A1AF22}" type="datetime1">
              <a:rPr lang="es-CO" smtClean="0"/>
              <a:t>18/09/2025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546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408781"/>
            <a:ext cx="10515600" cy="544512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2DACDD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2440" y="1462189"/>
            <a:ext cx="10515600" cy="4351338"/>
          </a:xfrm>
        </p:spPr>
        <p:txBody>
          <a:bodyPr/>
          <a:lstStyle>
            <a:lvl1pPr>
              <a:defRPr>
                <a:solidFill>
                  <a:srgbClr val="2B273F"/>
                </a:solidFill>
              </a:defRPr>
            </a:lvl1pPr>
            <a:lvl2pPr marL="685800" indent="-228600">
              <a:buFont typeface="Calibri" panose="020F0502020204030204" pitchFamily="34" charset="0"/>
              <a:buChar char="‒"/>
              <a:defRPr>
                <a:solidFill>
                  <a:srgbClr val="2B273F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2B273F"/>
                </a:solidFill>
              </a:defRPr>
            </a:lvl3pPr>
            <a:lvl4pPr marL="1600200" indent="-228600">
              <a:buFont typeface="Wingdings" panose="05000000000000000000" pitchFamily="2" charset="2"/>
              <a:buChar char="ü"/>
              <a:defRPr>
                <a:solidFill>
                  <a:srgbClr val="2B273F"/>
                </a:solidFill>
              </a:defRPr>
            </a:lvl4pPr>
            <a:lvl5pPr marL="2057400" indent="-228600">
              <a:buFont typeface="Wingdings" panose="05000000000000000000" pitchFamily="2" charset="2"/>
              <a:buChar char="q"/>
              <a:defRPr>
                <a:solidFill>
                  <a:srgbClr val="2B273F"/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C0449-2024-4D38-955E-79B93D652F61}" type="datetime1">
              <a:rPr lang="es-CO" smtClean="0"/>
              <a:t>18/09/2025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Proyecto Intermedio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4556" y="6390277"/>
            <a:ext cx="2743200" cy="365125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fld id="{A071C489-697C-47CB-93D0-AEFF3C3206B5}" type="slidenum">
              <a:rPr lang="es-CO" smtClean="0"/>
              <a:pPr/>
              <a:t>‹Nº›</a:t>
            </a:fld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51162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2205D202-C545-4129-B974-DF30CC6D7DC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5820A5C-85C1-4ABE-9020-9639D1744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CB03263-3EA9-4773-92D4-470938E36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840" y="228690"/>
              <a:ext cx="1595523" cy="87940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175843"/>
            <a:ext cx="10515600" cy="1920526"/>
          </a:xfrm>
          <a:noFill/>
        </p:spPr>
        <p:txBody>
          <a:bodyPr wrap="square" rtlCol="0" anchor="ctr" anchorCtr="1">
            <a:spAutoFit/>
          </a:bodyPr>
          <a:lstStyle>
            <a:lvl1pPr algn="ctr">
              <a:defRPr lang="en-US" sz="66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 defTabSz="457200"/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E5AD-F571-4BAB-ACCD-E966CBFA3BB8}" type="datetime1">
              <a:rPr lang="es-CO" smtClean="0"/>
              <a:t>18/09/2025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Proyecto Intermedio</a:t>
            </a:r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4882382-E52B-4DCA-B19F-27E81D16D987}"/>
              </a:ext>
            </a:extLst>
          </p:cNvPr>
          <p:cNvSpPr txBox="1">
            <a:spLocks/>
          </p:cNvSpPr>
          <p:nvPr userDrawn="1"/>
        </p:nvSpPr>
        <p:spPr>
          <a:xfrm>
            <a:off x="9224556" y="6390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71C489-697C-47CB-93D0-AEFF3C3206B5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784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D91D4-F15A-4A9D-94D8-5A58F6166EC9}" type="datetime1">
              <a:rPr lang="es-CO" smtClean="0"/>
              <a:t>18/09/2025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68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9EE1-7C59-4CA3-9784-B7F05A491700}" type="datetime1">
              <a:rPr lang="es-CO" smtClean="0"/>
              <a:t>18/09/2025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82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C504E-B7D7-4E88-A478-3F160ECEDB58}" type="datetime1">
              <a:rPr lang="es-CO" smtClean="0"/>
              <a:t>18/09/2025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64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6EA5-4812-4EF6-B9E0-185D24F34816}" type="datetime1">
              <a:rPr lang="es-CO" smtClean="0"/>
              <a:t>18/09/2025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854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7C9A-F2DE-4EDA-83F5-E094FC68E655}" type="datetime1">
              <a:rPr lang="es-CO" smtClean="0"/>
              <a:t>18/09/2025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302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20F3-7DA7-467A-9496-81B1DA994509}" type="datetime1">
              <a:rPr lang="es-CO" smtClean="0"/>
              <a:t>18/09/2025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0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7B42-4D02-4FFE-AC1F-98B2CF2EDF4D}" type="datetime1">
              <a:rPr lang="es-CO" smtClean="0"/>
              <a:t>18/09/2025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07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2F13-8FEC-4B73-9108-FBA931F320DB}" type="datetime1">
              <a:rPr lang="es-CO" smtClean="0"/>
              <a:t>18/09/2025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106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8A566-28BA-43C1-93A8-C15DF975CD7F}" type="datetime1">
              <a:rPr lang="es-CO" smtClean="0"/>
              <a:t>18/09/2025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rEmLvLY65E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429E80-CB3E-4B81-8068-E1E228E8BB33}"/>
              </a:ext>
            </a:extLst>
          </p:cNvPr>
          <p:cNvGrpSpPr/>
          <p:nvPr/>
        </p:nvGrpSpPr>
        <p:grpSpPr>
          <a:xfrm>
            <a:off x="-1" y="0"/>
            <a:ext cx="12192000" cy="6858000"/>
            <a:chOff x="0" y="0"/>
            <a:chExt cx="12192000" cy="6858000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0943" y="5631288"/>
              <a:ext cx="1707269" cy="941000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840" y="228690"/>
              <a:ext cx="1595523" cy="879409"/>
            </a:xfrm>
            <a:prstGeom prst="rect">
              <a:avLst/>
            </a:prstGeom>
          </p:spPr>
        </p:pic>
      </p:grpSp>
      <p:sp>
        <p:nvSpPr>
          <p:cNvPr id="7" name="CuadroTexto 6"/>
          <p:cNvSpPr txBox="1"/>
          <p:nvPr/>
        </p:nvSpPr>
        <p:spPr>
          <a:xfrm>
            <a:off x="2637905" y="2226490"/>
            <a:ext cx="69161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i="1" dirty="0">
                <a:solidFill>
                  <a:schemeClr val="bg1"/>
                </a:solidFill>
              </a:rPr>
              <a:t>Dinámica de sistemas mecánicos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6532630" y="4599196"/>
            <a:ext cx="3668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b="1" i="1" dirty="0">
                <a:solidFill>
                  <a:schemeClr val="bg1"/>
                </a:solidFill>
              </a:rPr>
              <a:t>Jonathan Camargo</a:t>
            </a:r>
          </a:p>
          <a:p>
            <a:pPr algn="ctr"/>
            <a:r>
              <a:rPr lang="es-CO" sz="2400" i="1" dirty="0">
                <a:solidFill>
                  <a:schemeClr val="bg1"/>
                </a:solidFill>
              </a:rPr>
              <a:t>jon-cama</a:t>
            </a:r>
            <a:r>
              <a:rPr lang="en-US" sz="2400" i="1" dirty="0">
                <a:solidFill>
                  <a:schemeClr val="bg1"/>
                </a:solidFill>
              </a:rPr>
              <a:t>@uniandes.edu.co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4E24CE-11E4-423F-A7B2-B9B2B13F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1</a:t>
            </a:fld>
            <a:endParaRPr lang="es-CO"/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E211E5CD-42F4-5333-A042-39A9E293095B}"/>
              </a:ext>
            </a:extLst>
          </p:cNvPr>
          <p:cNvSpPr txBox="1"/>
          <p:nvPr/>
        </p:nvSpPr>
        <p:spPr>
          <a:xfrm>
            <a:off x="2637903" y="3633434"/>
            <a:ext cx="691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Complementaria No. 8</a:t>
            </a:r>
          </a:p>
        </p:txBody>
      </p:sp>
      <p:sp>
        <p:nvSpPr>
          <p:cNvPr id="4" name="CuadroTexto 9">
            <a:extLst>
              <a:ext uri="{FF2B5EF4-FFF2-40B4-BE49-F238E27FC236}">
                <a16:creationId xmlns:a16="http://schemas.microsoft.com/office/drawing/2014/main" id="{BBDE7CEA-1B59-E157-666D-E7A02ED94DCC}"/>
              </a:ext>
            </a:extLst>
          </p:cNvPr>
          <p:cNvSpPr txBox="1"/>
          <p:nvPr/>
        </p:nvSpPr>
        <p:spPr>
          <a:xfrm>
            <a:off x="1548483" y="4638992"/>
            <a:ext cx="3924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b="1" i="1" dirty="0">
                <a:solidFill>
                  <a:schemeClr val="bg1"/>
                </a:solidFill>
              </a:rPr>
              <a:t>Daniel Alvarez</a:t>
            </a:r>
          </a:p>
          <a:p>
            <a:pPr algn="ctr"/>
            <a:r>
              <a:rPr lang="es-CO" sz="2400" i="1" dirty="0">
                <a:solidFill>
                  <a:schemeClr val="bg1"/>
                </a:solidFill>
              </a:rPr>
              <a:t>da.alvarezv</a:t>
            </a:r>
            <a:r>
              <a:rPr lang="en-US" sz="2400" i="1" dirty="0">
                <a:solidFill>
                  <a:schemeClr val="bg1"/>
                </a:solidFill>
              </a:rPr>
              <a:t>@uniandes.edu.co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A221CE3D-14D3-A46F-6569-3A1018770AC7}"/>
              </a:ext>
            </a:extLst>
          </p:cNvPr>
          <p:cNvSpPr txBox="1"/>
          <p:nvPr/>
        </p:nvSpPr>
        <p:spPr>
          <a:xfrm>
            <a:off x="2833001" y="4296336"/>
            <a:ext cx="1355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i="1" dirty="0">
                <a:solidFill>
                  <a:schemeClr val="bg1"/>
                </a:solidFill>
              </a:rPr>
              <a:t>Asistente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19F30F61-3E5C-88CC-E1F4-14873F4664C5}"/>
              </a:ext>
            </a:extLst>
          </p:cNvPr>
          <p:cNvSpPr txBox="1"/>
          <p:nvPr/>
        </p:nvSpPr>
        <p:spPr>
          <a:xfrm>
            <a:off x="7719016" y="4296336"/>
            <a:ext cx="129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i="1" dirty="0">
                <a:solidFill>
                  <a:schemeClr val="bg1"/>
                </a:solidFill>
              </a:rPr>
              <a:t>Principal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3" name="CuadroTexto 6">
            <a:extLst>
              <a:ext uri="{FF2B5EF4-FFF2-40B4-BE49-F238E27FC236}">
                <a16:creationId xmlns:a16="http://schemas.microsoft.com/office/drawing/2014/main" id="{EE694C10-B1DB-DFA8-05BF-DC188DA4435F}"/>
              </a:ext>
            </a:extLst>
          </p:cNvPr>
          <p:cNvSpPr txBox="1"/>
          <p:nvPr/>
        </p:nvSpPr>
        <p:spPr>
          <a:xfrm>
            <a:off x="2637903" y="6376532"/>
            <a:ext cx="691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2025 - II</a:t>
            </a:r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3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B810D-CFE3-4123-967A-4AC4E1C6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07" y="1034027"/>
            <a:ext cx="3280277" cy="1006429"/>
          </a:xfrm>
        </p:spPr>
        <p:txBody>
          <a:bodyPr/>
          <a:lstStyle/>
          <a:p>
            <a:pPr algn="l"/>
            <a:r>
              <a:rPr lang="es-CO" dirty="0"/>
              <a:t>Temas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B698C-6FF0-47D8-BB9C-2E66D7D4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Proyecto Intermedio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79016-2E47-B32A-EA0D-07E7CCC4A54C}"/>
              </a:ext>
            </a:extLst>
          </p:cNvPr>
          <p:cNvSpPr txBox="1"/>
          <p:nvPr/>
        </p:nvSpPr>
        <p:spPr>
          <a:xfrm>
            <a:off x="978941" y="2492789"/>
            <a:ext cx="79034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Solución parcial computacional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Revisión de mecanismos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Revisión de Laboratorio no. 2</a:t>
            </a:r>
          </a:p>
        </p:txBody>
      </p:sp>
    </p:spTree>
    <p:extLst>
      <p:ext uri="{BB962C8B-B14F-4D97-AF65-F5344CB8AC3E}">
        <p14:creationId xmlns:p14="http://schemas.microsoft.com/office/powerpoint/2010/main" val="60050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25E5-1579-108D-E08E-2D91ACC9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CCCC6-30FA-6184-BEC5-405843AE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Enunciado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2BD4C7-8BDE-489A-494D-75CD672D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3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C13906C9-9D7E-4456-8A2E-2B666340436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D607D7-6C81-E9B1-AB8A-332231F0E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028" y="953293"/>
            <a:ext cx="62579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7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E422-3CB1-517C-39ED-9D7A6DFF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6006D-BC74-F578-AAF2-75551051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Enunciado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FA7A14-C3DF-803E-86D7-AF3C9A8F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4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369EF74D-B88D-2D65-588A-F7769E77BB2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BCEDB4-4087-24EE-2B15-0E8AB423A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373" y="1247083"/>
            <a:ext cx="63055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3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97E9-148B-B27F-76E7-FD616FB6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FCD7F-6522-3473-F42B-2AF42D6C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Enunciado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283C51-897F-0EF0-BDDA-8EE64590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5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4255B6F5-813D-D21B-AD7A-7C4C0A9F4AC4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9AEF7F-0CC4-462E-7AA1-79CA6C98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56" y="1410261"/>
            <a:ext cx="63246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6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176B-5164-364E-484F-4EC7272A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11FD3-C975-217B-C700-54AA7282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Enunciado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4C9B6-5AF8-9414-8E9C-76B93F22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6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DA1F4B28-9E07-929F-61A7-78651256D62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F952FFE-0397-AC17-4E5F-8A27756B44FE}"/>
              </a:ext>
            </a:extLst>
          </p:cNvPr>
          <p:cNvSpPr txBox="1"/>
          <p:nvPr/>
        </p:nvSpPr>
        <p:spPr>
          <a:xfrm>
            <a:off x="1433763" y="2721114"/>
            <a:ext cx="9511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Planteé el sistema visto como un mecanismo con revolutas, prismáticas y tierra y planteé el lazo vectorial de cada una de estas.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39763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77F7-FFC9-CA6A-AAA2-A650C846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433DA-CFCB-9554-9DAD-267875E7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1 (Guillotina)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B20C0B-1E8E-C298-B8D2-8685072B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7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CB5A8E1D-BB2F-81E3-790E-143EC56EAFA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1FB35F-955B-F14E-F10E-68D9B6081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58" y="1348200"/>
            <a:ext cx="48863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6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6BBA-5A40-230A-5B1A-3ECD37FA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4209-F8A8-3E77-9118-BA899926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2 (Aprisionador de latas)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DBDD0C-DFC5-87A1-F29F-CFA83F55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8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C64B1840-110C-6A8D-045E-AE81331D1624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D9A475-5A7D-9B12-7C73-51560FFB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65" y="1481137"/>
            <a:ext cx="46386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4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D0AA-6B75-3400-3CFA-61B937B9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13583-CF47-0E3B-F2E1-9E10AA47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3 (</a:t>
            </a:r>
            <a:r>
              <a:rPr lang="es-ES" dirty="0" err="1"/>
              <a:t>retroescabadora</a:t>
            </a:r>
            <a:r>
              <a:rPr lang="es-ES" dirty="0"/>
              <a:t>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44E41C-467D-F22E-961D-D4B542D7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9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1391C3F8-1DDD-5EF9-1B28-22B5D7EC62E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9F5B4F-093C-8590-DB6A-0E42ACC2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55" y="1347580"/>
            <a:ext cx="4743700" cy="416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7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9EBD-2820-2591-F0FA-71C26749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D33ED-C83B-B773-C582-4FB2AE2C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4 (lampara)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BC1D4A-ED36-2678-4E8C-D5BB4A55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10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67ADDB4D-D8D4-5047-00EA-8AA4AA879600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1026" name="Picture 2" descr="Lámpara de escritorio E27 Architect Negra Orange - Promart">
            <a:extLst>
              <a:ext uri="{FF2B5EF4-FFF2-40B4-BE49-F238E27FC236}">
                <a16:creationId xmlns:a16="http://schemas.microsoft.com/office/drawing/2014/main" id="{82B17ACC-EB50-812A-8262-CCF2FCE0E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64" y="1013377"/>
            <a:ext cx="4831246" cy="483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43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6BA1-478F-48DD-9EA9-9A4AA516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99FC2-E536-50EA-3FBB-186EA2BD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5 (hombresolo)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0C7A22-0F87-73A5-93A8-8F37D697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11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41190DCD-81B6-AFB8-30D0-987BF78F7DF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65FE09-EBDD-ED1B-F2AE-AD4B84C73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41" y="1617454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5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CD11-17CD-D464-98C5-976EF520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B004B-7E0E-ED41-309B-AA294FC1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6 (bomba de extracción)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93E02C-E9B3-D61C-3CC8-C1D1CFE7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12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EA699FCD-4740-1F68-CBFE-D40D0B12898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2050" name="Picture 2" descr="Los hitos de los 100 años que cumple la extracción de petróleo en Colombia">
            <a:extLst>
              <a:ext uri="{FF2B5EF4-FFF2-40B4-BE49-F238E27FC236}">
                <a16:creationId xmlns:a16="http://schemas.microsoft.com/office/drawing/2014/main" id="{611E7482-46E2-2762-C361-A79EA7483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3" y="953293"/>
            <a:ext cx="6258339" cy="521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66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62CA-B11B-AAED-7068-F5792C55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39CFE-F0C1-C01E-DD38-752F9BC9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Mecanismo no. 7 (actuador lineal restringido)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89C09D-CF17-7BD9-8C86-354C1FF9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13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08E09170-AD7A-F629-DADA-3359B5A9913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749C75-FB5A-4762-D7EE-6897DFBCE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31938"/>
            <a:ext cx="7629525" cy="51054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E1D61B6-2A10-84B1-CFE9-E2D0B607C767}"/>
              </a:ext>
            </a:extLst>
          </p:cNvPr>
          <p:cNvSpPr txBox="1"/>
          <p:nvPr/>
        </p:nvSpPr>
        <p:spPr>
          <a:xfrm>
            <a:off x="8656982" y="1185185"/>
            <a:ext cx="3180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4"/>
              </a:rPr>
              <a:t>https://www.youtube.com/watch?v=rEmLvLY65E8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5118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f80f40-01cc-47d5-8174-d81453be3a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4EFD64CC5C954AA94FB306EB55233B" ma:contentTypeVersion="17" ma:contentTypeDescription="Crear nuevo documento." ma:contentTypeScope="" ma:versionID="0683ee08fc1fccd0ff839c94ece4d2eb">
  <xsd:schema xmlns:xsd="http://www.w3.org/2001/XMLSchema" xmlns:xs="http://www.w3.org/2001/XMLSchema" xmlns:p="http://schemas.microsoft.com/office/2006/metadata/properties" xmlns:ns3="19f80f40-01cc-47d5-8174-d81453be3a05" xmlns:ns4="ce13bde9-b1f2-453d-8d9d-a3129ab1ca2c" targetNamespace="http://schemas.microsoft.com/office/2006/metadata/properties" ma:root="true" ma:fieldsID="beb2463fe10032f14c324124c27705d3" ns3:_="" ns4:_="">
    <xsd:import namespace="19f80f40-01cc-47d5-8174-d81453be3a05"/>
    <xsd:import namespace="ce13bde9-b1f2-453d-8d9d-a3129ab1ca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0f40-01cc-47d5-8174-d81453be3a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13bde9-b1f2-453d-8d9d-a3129ab1ca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94EFB4-3845-4E5C-884B-EDDA78CC8353}">
  <ds:schemaRefs>
    <ds:schemaRef ds:uri="http://schemas.microsoft.com/office/infopath/2007/PartnerControls"/>
    <ds:schemaRef ds:uri="19f80f40-01cc-47d5-8174-d81453be3a05"/>
    <ds:schemaRef ds:uri="http://purl.org/dc/terms/"/>
    <ds:schemaRef ds:uri="http://purl.org/dc/elements/1.1/"/>
    <ds:schemaRef ds:uri="http://schemas.microsoft.com/office/2006/documentManagement/types"/>
    <ds:schemaRef ds:uri="ce13bde9-b1f2-453d-8d9d-a3129ab1ca2c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D4395D-A1C6-410B-B6D6-A4DD2C9C62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E3C2C7-E337-4D6F-8635-664ADEB3E5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f80f40-01cc-47d5-8174-d81453be3a05"/>
    <ds:schemaRef ds:uri="ce13bde9-b1f2-453d-8d9d-a3129ab1ca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13875</TotalTime>
  <Words>179</Words>
  <Application>Microsoft Office PowerPoint</Application>
  <PresentationFormat>Panorámica</PresentationFormat>
  <Paragraphs>62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Tema de Office</vt:lpstr>
      <vt:lpstr>Presentación de PowerPoint</vt:lpstr>
      <vt:lpstr>Temas</vt:lpstr>
      <vt:lpstr>Enunciado</vt:lpstr>
      <vt:lpstr>Enunciado</vt:lpstr>
      <vt:lpstr>Enunciado</vt:lpstr>
      <vt:lpstr>Enunciado</vt:lpstr>
      <vt:lpstr>Mecanismo no. 1 (Guillotina)</vt:lpstr>
      <vt:lpstr>Mecanismo no. 2 (Aprisionador de latas)</vt:lpstr>
      <vt:lpstr>Mecanismo no. 3 (retroescabadora)</vt:lpstr>
      <vt:lpstr>Mecanismo no. 4 (lampara)</vt:lpstr>
      <vt:lpstr>Mecanismo no. 5 (hombresolo)</vt:lpstr>
      <vt:lpstr>Mecanismo no. 6 (bomba de extracción)</vt:lpstr>
      <vt:lpstr>Mecanismo no. 7 (actuador lineal restringido)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Andres Gaona Castillo</dc:creator>
  <cp:lastModifiedBy>Daniel Alejandro Alvarez Vanegas</cp:lastModifiedBy>
  <cp:revision>314</cp:revision>
  <dcterms:created xsi:type="dcterms:W3CDTF">2017-09-28T17:08:57Z</dcterms:created>
  <dcterms:modified xsi:type="dcterms:W3CDTF">2025-09-19T04:38:47Z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2025-08-04T23:12:08Z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e5fede40-1bad-4af3-9ba8-424d918067cb</vt:lpwstr>
  </property>
  <property fmtid="{D5CDD505-2E9C-101B-9397-08002B2CF9AE}" pid="8" name="MSIP_Label_36791f77-3d39-4d72-9277-ac879ec799ed_ContentBits">
    <vt:lpwstr>0</vt:lpwstr>
  </property>
  <property fmtid="{D5CDD505-2E9C-101B-9397-08002B2CF9AE}" pid="9" name="MSIP_Label_36791f77-3d39-4d72-9277-ac879ec799ed_Tag">
    <vt:lpwstr>10, 3, 0, 1</vt:lpwstr>
  </property>
  <property fmtid="{D5CDD505-2E9C-101B-9397-08002B2CF9AE}" pid="10" name="ContentTypeId">
    <vt:lpwstr>0x010100734EFD64CC5C954AA94FB306EB55233B</vt:lpwstr>
  </property>
</Properties>
</file>